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CA7B9A-CE93-4178-A6D0-9F66B58227ED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69D170-99AC-4CA9-A5AB-0869A23C01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5797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69D170-99AC-4CA9-A5AB-0869A23C0194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4876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Air Quality Data Visualization &amp; Insight Storytelling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509331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rPr sz="1600"/>
              <a:t>Assignment 2B • Three charts, three insights, one narrative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rPr dirty="0"/>
              <a:t>Dataset: Cleaned air-quality dataset</a:t>
            </a:r>
          </a:p>
          <a:p>
            <a:pPr>
              <a:spcAft>
                <a:spcPts val="1400"/>
              </a:spcAft>
              <a:defRPr sz="1800"/>
            </a:pPr>
            <a:r>
              <a:rPr dirty="0"/>
              <a:t>Records analyzed: 9,357</a:t>
            </a:r>
          </a:p>
          <a:p>
            <a:pPr>
              <a:spcAft>
                <a:spcPts val="1400"/>
              </a:spcAft>
              <a:defRPr sz="1800"/>
            </a:pPr>
            <a:r>
              <a:rPr dirty="0"/>
              <a:t>Time period: 10 Mar 2004 – 04 Apr 2005</a:t>
            </a:r>
          </a:p>
          <a:p>
            <a:pPr>
              <a:spcAft>
                <a:spcPts val="1400"/>
              </a:spcAft>
              <a:defRPr sz="1800"/>
            </a:pPr>
            <a:r>
              <a:rPr dirty="0"/>
              <a:t>Objective: Turn raw measurements into decision-useful visual insights.</a:t>
            </a:r>
          </a:p>
          <a:p>
            <a:pPr>
              <a:spcAft>
                <a:spcPts val="1400"/>
              </a:spcAft>
              <a:defRPr sz="1800"/>
            </a:pPr>
            <a:r>
              <a:rPr dirty="0"/>
              <a:t>Narrative: Problem → Data → Insight → Action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Trend: How CO changes over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Daily average CO concentration</a:t>
            </a:r>
          </a:p>
        </p:txBody>
      </p:sp>
      <p:pic>
        <p:nvPicPr>
          <p:cNvPr id="4" name="Picture 3" descr="chart1_co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70740"/>
            <a:ext cx="10972800" cy="51843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78408" y="6309360"/>
            <a:ext cx="106984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/>
            </a:pPr>
            <a:r>
              <a:rPr dirty="0"/>
              <a:t>CO varies noticeably over time, with the highest daily average around 24 Dec 2004. This suggests air-quality conditions are not constant and should be monitored over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Comparison: Which pollutant stands out?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Average levels across selected pollutant measurements</a:t>
            </a:r>
          </a:p>
        </p:txBody>
      </p:sp>
      <p:pic>
        <p:nvPicPr>
          <p:cNvPr id="4" name="Picture 3" descr="chart2_polluta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6400800" cy="40443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60920" y="1508760"/>
            <a:ext cx="4251960" cy="2023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rPr dirty="0"/>
              <a:t>KEY INSIGHT</a:t>
            </a:r>
          </a:p>
          <a:p>
            <a:pPr>
              <a:spcBef>
                <a:spcPts val="1500"/>
              </a:spcBef>
              <a:defRPr sz="1600"/>
            </a:pPr>
            <a:r>
              <a:rPr dirty="0"/>
              <a:t>NOx(GT) has the highest average recorded level (241.92) among the selected pollutants, making it the most prominent pollutant in this dataset.</a:t>
            </a:r>
          </a:p>
          <a:p>
            <a:pPr>
              <a:spcBef>
                <a:spcPts val="1800"/>
              </a:spcBef>
              <a:defRPr sz="1500"/>
            </a:pPr>
            <a:r>
              <a:rPr dirty="0"/>
              <a:t>Action: Prioritize the highest-average pollutant for closer monitoring and investigation.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Distribution: What is the typical temperature range?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Frequency distribution of recorded temperature</a:t>
            </a:r>
          </a:p>
        </p:txBody>
      </p:sp>
      <p:pic>
        <p:nvPicPr>
          <p:cNvPr id="4" name="Picture 3" descr="chart3_temper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7315200" cy="43294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1463040"/>
            <a:ext cx="3383280" cy="1823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rPr dirty="0"/>
              <a:t>KEY INSIGHT</a:t>
            </a:r>
          </a:p>
          <a:p>
            <a:pPr>
              <a:spcBef>
                <a:spcPts val="1500"/>
              </a:spcBef>
              <a:defRPr sz="1600"/>
            </a:pPr>
            <a:r>
              <a:rPr dirty="0"/>
              <a:t>Temperature is centered around a median of 17.60, with the middle 50% of observations falling between 11.70 and 24.30. The distribution shows the typical operating range of the dataset.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Narrative &amp;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Connecting the three visualizations into one decision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PROBLEM</a:t>
            </a:r>
          </a:p>
          <a:p>
            <a:pPr>
              <a:defRPr sz="1500"/>
            </a:pPr>
            <a:r>
              <a:t>Air-quality measurements change over time, so a single snapshot may hide important variation.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156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DATA</a:t>
            </a:r>
          </a:p>
          <a:p>
            <a:pPr>
              <a:defRPr sz="1500"/>
            </a:pPr>
            <a:r>
              <a:t>The cleaned dataset contains timestamped pollutant and temperature measurements.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11880"/>
            <a:ext cx="105156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 dirty="0"/>
              <a:t>INSIGHT</a:t>
            </a:r>
          </a:p>
          <a:p>
            <a:pPr>
              <a:defRPr sz="1500"/>
            </a:pPr>
            <a:r>
              <a:rPr dirty="0"/>
              <a:t>CO changes across the period; one pollutant has the highest average level; temperature has a recognizable typical range.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54880"/>
            <a:ext cx="10515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rPr dirty="0"/>
              <a:t>WHAT COULD BE DONE</a:t>
            </a:r>
          </a:p>
          <a:p>
            <a:pPr>
              <a:defRPr sz="1500"/>
            </a:pPr>
            <a:r>
              <a:rPr dirty="0"/>
              <a:t>Monitor pollutant trends regularly, investigate periods of elevated pollution, and use temperature context when interpreting air-quality changes.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292</Words>
  <Application>Microsoft Office PowerPoint</Application>
  <PresentationFormat>Widescreen</PresentationFormat>
  <Paragraphs>30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Sri Akilesh</cp:lastModifiedBy>
  <cp:revision>2</cp:revision>
  <dcterms:created xsi:type="dcterms:W3CDTF">2013-01-27T09:14:16Z</dcterms:created>
  <dcterms:modified xsi:type="dcterms:W3CDTF">2026-09-09T03:48:27Z</dcterms:modified>
  <cp:category/>
</cp:coreProperties>
</file>